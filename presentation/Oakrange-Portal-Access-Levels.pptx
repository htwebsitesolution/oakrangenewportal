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0882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Oakrange customers range from a single workshop to groups with many dealerships. The portal gives each person exactly the right view: their own site, the sites they manage, or the whole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1, single site: staff at a single location only ever see that site's certificates.
Level 2, team manager: Oakrange assigns the sites the manager looks after. One login, one dashboard, certificates for all of those sites, and nothing from sites they don't manage.
Level 3, whole company: head office sees every site plus company-wide documents. When Oakrange adds a new site, it appears automatically.
This is enforced in the database itself, not just hidden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a team manager assigned to two sites. The dashboard says 2 assigned sites and lists just those.
Right: a whole-company login. The dashboard says All sites.
Same portal, same screens; the difference is purely which certificates each person is allowed to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 - presenter only. Do not show these logins on screen.
Site: www.oakrangeportal.co.uk  |  Password for all three: Testing  |  Log out between each step.
1. Single site - username Soton1018
   Dashboard shows 1 assigned site (Southampton Port Depot) and its 2 certificates. Nothing from Bristol or Manchester.
2. Team manager - username meridianmanager
   Dashboard shows 2 assigned sites: Bristol Distribution Centre and Manchester Hub, 7 certificates in total.
   Open Certificates and use the site filter to switch between the two. Point out Southampton is not there.
3. Whole company - username 1018MLG
   Dashboard says All sites: Bristol, Manchester and Southampton, 10 certificates,
   including the company-wide document that isn't tied to any one site.
Backup whole-company login if needed: Cardiff1019 (Harbourview Construction).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3152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645920" y="7315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Oakrange Engineering</a:t>
            </a:r>
            <a:endParaRPr lang="en-US" sz="1650" dirty="0"/>
          </a:p>
          <a:p>
            <a:pPr marL="0" indent="0">
              <a:buNone/>
            </a:pPr>
            <a:r>
              <a:rPr lang="en-US" sz="1275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Certificate Portal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109728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portal, the right access for every team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Everyone sees exactly the certificates they're responsible for, and nothing else.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Precision calibration. Trusted results.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2004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8580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OE</a:t>
            </a:r>
            <a:endParaRPr lang="en-US" sz="1170" dirty="0"/>
          </a:p>
        </p:txBody>
      </p:sp>
      <p:sp>
        <p:nvSpPr>
          <p:cNvPr id="4" name="Text 2"/>
          <p:cNvSpPr/>
          <p:nvPr/>
        </p:nvSpPr>
        <p:spPr>
          <a:xfrm>
            <a:off x="1234440" y="320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Oakrange Engineering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Certificate Portal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LEVELS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levels of access, one login each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Oakrange sets each person up with the level that matches their role.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286000"/>
            <a:ext cx="3392424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85800" y="2286000"/>
            <a:ext cx="3392424" cy="8229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60120" y="2560320"/>
            <a:ext cx="2843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78892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site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60120" y="33649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472184" y="33649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984248" y="33649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496312" y="33649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008376" y="3364992"/>
            <a:ext cx="795528" cy="384048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docs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3931920"/>
            <a:ext cx="2843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 with one location.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Their own site's certificates only.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5010912"/>
            <a:ext cx="2843784" cy="530352"/>
          </a:xfrm>
          <a:prstGeom prst="rect">
            <a:avLst/>
          </a:prstGeom>
          <a:solidFill>
            <a:srgbClr val="FFF7ED"/>
          </a:solidFill>
          <a:ln/>
        </p:spPr>
        <p:txBody>
          <a:bodyPr wrap="square" lIns="0" tIns="101600" rIns="10160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a single dealership or workshop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98264" y="2286000"/>
            <a:ext cx="3392424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398264" y="2286000"/>
            <a:ext cx="3392424" cy="8229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672584" y="2560320"/>
            <a:ext cx="2843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72584" y="278892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manager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4672584" y="33649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5184648" y="33649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5696712" y="33649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208776" y="33649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720840" y="3364992"/>
            <a:ext cx="795528" cy="384048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docs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72584" y="3931920"/>
            <a:ext cx="2843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login for every site they look after.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Certificates for all of their sites in one dashboard.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72584" y="5010912"/>
            <a:ext cx="2843784" cy="530352"/>
          </a:xfrm>
          <a:prstGeom prst="rect">
            <a:avLst/>
          </a:prstGeom>
          <a:solidFill>
            <a:srgbClr val="FFF7ED"/>
          </a:solidFill>
          <a:ln/>
        </p:spPr>
        <p:txBody>
          <a:bodyPr wrap="square" lIns="0" tIns="101600" rIns="10160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a regional manager covering several dealerships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10728" y="2286000"/>
            <a:ext cx="3392424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8110728" y="2286000"/>
            <a:ext cx="3392424" cy="8229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8385048" y="2560320"/>
            <a:ext cx="2843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85048" y="278892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Whole company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8385048" y="33649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8897112" y="33649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9409176" y="33649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9921240" y="33649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10433304" y="3364992"/>
            <a:ext cx="795528" cy="384048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docs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385048" y="3931920"/>
            <a:ext cx="2843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 office or group compliance.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site plus company-wide documents. New sites are included automatically.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385048" y="5010912"/>
            <a:ext cx="2843784" cy="530352"/>
          </a:xfrm>
          <a:prstGeom prst="rect">
            <a:avLst/>
          </a:prstGeom>
          <a:solidFill>
            <a:srgbClr val="FFF7ED"/>
          </a:solidFill>
          <a:ln/>
        </p:spPr>
        <p:txBody>
          <a:bodyPr wrap="square" lIns="0" tIns="101600" rIns="10160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a group's compliance or head-office team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5800" y="5943600"/>
            <a:ext cx="10817352" cy="566928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914400" y="594360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by design  </a:t>
            </a: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is set up by Oakrange and enforced in the database, so certificates stay private to the people allowed to see them.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2004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8580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OE</a:t>
            </a:r>
            <a:endParaRPr lang="en-US" sz="1170" dirty="0"/>
          </a:p>
        </p:txBody>
      </p:sp>
      <p:sp>
        <p:nvSpPr>
          <p:cNvPr id="4" name="Text 2"/>
          <p:cNvSpPr/>
          <p:nvPr/>
        </p:nvSpPr>
        <p:spPr>
          <a:xfrm>
            <a:off x="1234440" y="320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Oakrange Engineering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Certificate Portal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LEVELS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each person sees when they log in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manager   </a:t>
            </a: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shows only the 2 sites they manage.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2441448"/>
            <a:ext cx="5175504" cy="365531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9" name="Image 0" descr="images/team-manager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68880"/>
            <a:ext cx="5120640" cy="36004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382512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Whole company   </a:t>
            </a: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covers all sites in the company.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355080" y="2441448"/>
            <a:ext cx="5175504" cy="365531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2" name="Image 1" descr="images/whole-company-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2468880"/>
            <a:ext cx="512064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22960" y="548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OE</a:t>
            </a:r>
            <a:endParaRPr lang="en-US" sz="1560" dirty="0"/>
          </a:p>
        </p:txBody>
      </p:sp>
      <p:sp>
        <p:nvSpPr>
          <p:cNvPr id="4" name="Text 2"/>
          <p:cNvSpPr/>
          <p:nvPr/>
        </p:nvSpPr>
        <p:spPr>
          <a:xfrm>
            <a:off x="1508760" y="548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Oakrange Engineering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Certificate Portal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109728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3337560" cy="137160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097280" y="393192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0972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91640" y="38404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site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site's certificates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434840" y="3657600"/>
            <a:ext cx="3337560" cy="137160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709160" y="393192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091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03520" y="38404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manager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Several sites from one login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46720" y="3657600"/>
            <a:ext cx="3337560" cy="137160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8321040" y="393192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3210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15400" y="38404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Whole company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site and company docs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616</Words>
  <Application>Microsoft Office PowerPoint</Application>
  <PresentationFormat>Widescreen</PresentationFormat>
  <Paragraphs>62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Oakrange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Oakrange Certificate Portal - Access levels</dc:title>
  <dc:subject>PptxGenJS Presentation</dc:subject>
  <dc:creator>Oakrange Engineering</dc:creator>
  <cp:lastModifiedBy>Joseph A.</cp:lastModifiedBy>
  <cp:revision>1</cp:revision>
  <dcterms:created xsi:type="dcterms:W3CDTF">2026-10-24T18:49:27Z</dcterms:created>
  <dcterms:modified xsi:type="dcterms:W3CDTF">2026-10-24T18:52:48Z</dcterms:modified>
</cp:coreProperties>
</file>